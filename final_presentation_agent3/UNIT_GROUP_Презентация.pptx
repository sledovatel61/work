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3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GROUP — инженерно-строительная группа полного цикла</dc:title>
  <dc:subject/>
  <dc:creator>UNIT GROUP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